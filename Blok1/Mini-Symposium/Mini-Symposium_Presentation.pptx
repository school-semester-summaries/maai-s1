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7" r:id="rId2"/>
    <p:sldId id="258" r:id="rId3"/>
    <p:sldId id="259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F256F4-A36C-18F5-F268-D56688276C8F}" v="9" dt="2025-10-10T07:10:20.3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an Gögcay" userId="S::kaan.gogcay@hva.nl::ebb1363e-5d02-4ae8-9f97-bc6d00132c06" providerId="AD" clId="Web-{7C415F71-83F4-113D-DA9F-D6AFF51F148A}"/>
    <pc:docChg chg="addSld delSld modSld addMainMaster delMainMaster">
      <pc:chgData name="Kaan Gögcay" userId="S::kaan.gogcay@hva.nl::ebb1363e-5d02-4ae8-9f97-bc6d00132c06" providerId="AD" clId="Web-{7C415F71-83F4-113D-DA9F-D6AFF51F148A}" dt="2025-10-07T10:20:05.071" v="528" actId="20577"/>
      <pc:docMkLst>
        <pc:docMk/>
      </pc:docMkLst>
      <pc:sldChg chg="modSp new">
        <pc:chgData name="Kaan Gögcay" userId="S::kaan.gogcay@hva.nl::ebb1363e-5d02-4ae8-9f97-bc6d00132c06" providerId="AD" clId="Web-{7C415F71-83F4-113D-DA9F-D6AFF51F148A}" dt="2025-10-07T10:16:42.170" v="487" actId="20577"/>
        <pc:sldMkLst>
          <pc:docMk/>
          <pc:sldMk cId="2946253502" sldId="257"/>
        </pc:sldMkLst>
        <pc:spChg chg="mod">
          <ac:chgData name="Kaan Gögcay" userId="S::kaan.gogcay@hva.nl::ebb1363e-5d02-4ae8-9f97-bc6d00132c06" providerId="AD" clId="Web-{7C415F71-83F4-113D-DA9F-D6AFF51F148A}" dt="2025-10-07T09:07:38.086" v="96" actId="20577"/>
          <ac:spMkLst>
            <pc:docMk/>
            <pc:sldMk cId="2946253502" sldId="257"/>
            <ac:spMk id="2" creationId="{1DBB1185-FFF3-8A9E-77BF-6EF2F532919D}"/>
          </ac:spMkLst>
        </pc:spChg>
        <pc:spChg chg="mod">
          <ac:chgData name="Kaan Gögcay" userId="S::kaan.gogcay@hva.nl::ebb1363e-5d02-4ae8-9f97-bc6d00132c06" providerId="AD" clId="Web-{7C415F71-83F4-113D-DA9F-D6AFF51F148A}" dt="2025-10-07T10:16:42.170" v="487" actId="20577"/>
          <ac:spMkLst>
            <pc:docMk/>
            <pc:sldMk cId="2946253502" sldId="257"/>
            <ac:spMk id="3" creationId="{7A0662CC-77DE-25FE-9AFF-13DE7F6E0812}"/>
          </ac:spMkLst>
        </pc:spChg>
      </pc:sldChg>
      <pc:sldChg chg="modSp new">
        <pc:chgData name="Kaan Gögcay" userId="S::kaan.gogcay@hva.nl::ebb1363e-5d02-4ae8-9f97-bc6d00132c06" providerId="AD" clId="Web-{7C415F71-83F4-113D-DA9F-D6AFF51F148A}" dt="2025-10-07T09:21:01.224" v="185" actId="20577"/>
        <pc:sldMkLst>
          <pc:docMk/>
          <pc:sldMk cId="820286400" sldId="258"/>
        </pc:sldMkLst>
        <pc:spChg chg="mod">
          <ac:chgData name="Kaan Gögcay" userId="S::kaan.gogcay@hva.nl::ebb1363e-5d02-4ae8-9f97-bc6d00132c06" providerId="AD" clId="Web-{7C415F71-83F4-113D-DA9F-D6AFF51F148A}" dt="2025-10-07T09:07:51.273" v="100" actId="20577"/>
          <ac:spMkLst>
            <pc:docMk/>
            <pc:sldMk cId="820286400" sldId="258"/>
            <ac:spMk id="2" creationId="{1A3E530A-8D7D-CFA2-4FFE-B0302B34CBEF}"/>
          </ac:spMkLst>
        </pc:spChg>
        <pc:spChg chg="mod">
          <ac:chgData name="Kaan Gögcay" userId="S::kaan.gogcay@hva.nl::ebb1363e-5d02-4ae8-9f97-bc6d00132c06" providerId="AD" clId="Web-{7C415F71-83F4-113D-DA9F-D6AFF51F148A}" dt="2025-10-07T09:21:01.224" v="185" actId="20577"/>
          <ac:spMkLst>
            <pc:docMk/>
            <pc:sldMk cId="820286400" sldId="258"/>
            <ac:spMk id="3" creationId="{A5442A25-ED8A-53D6-7F41-3BBF98F1BEA6}"/>
          </ac:spMkLst>
        </pc:spChg>
      </pc:sldChg>
      <pc:sldChg chg="modSp new">
        <pc:chgData name="Kaan Gögcay" userId="S::kaan.gogcay@hva.nl::ebb1363e-5d02-4ae8-9f97-bc6d00132c06" providerId="AD" clId="Web-{7C415F71-83F4-113D-DA9F-D6AFF51F148A}" dt="2025-10-07T09:52:38.590" v="365" actId="20577"/>
        <pc:sldMkLst>
          <pc:docMk/>
          <pc:sldMk cId="2028656431" sldId="259"/>
        </pc:sldMkLst>
        <pc:spChg chg="mod">
          <ac:chgData name="Kaan Gögcay" userId="S::kaan.gogcay@hva.nl::ebb1363e-5d02-4ae8-9f97-bc6d00132c06" providerId="AD" clId="Web-{7C415F71-83F4-113D-DA9F-D6AFF51F148A}" dt="2025-10-07T09:21:49.677" v="190" actId="20577"/>
          <ac:spMkLst>
            <pc:docMk/>
            <pc:sldMk cId="2028656431" sldId="259"/>
            <ac:spMk id="2" creationId="{FC19262F-7CBA-C4C5-4E39-354A5ED316B3}"/>
          </ac:spMkLst>
        </pc:spChg>
        <pc:spChg chg="mod">
          <ac:chgData name="Kaan Gögcay" userId="S::kaan.gogcay@hva.nl::ebb1363e-5d02-4ae8-9f97-bc6d00132c06" providerId="AD" clId="Web-{7C415F71-83F4-113D-DA9F-D6AFF51F148A}" dt="2025-10-07T09:52:38.590" v="365" actId="20577"/>
          <ac:spMkLst>
            <pc:docMk/>
            <pc:sldMk cId="2028656431" sldId="259"/>
            <ac:spMk id="3" creationId="{CCF809E3-3FEF-5898-C017-FB4B9C9DC319}"/>
          </ac:spMkLst>
        </pc:spChg>
      </pc:sldChg>
      <pc:sldChg chg="modSp new">
        <pc:chgData name="Kaan Gögcay" userId="S::kaan.gogcay@hva.nl::ebb1363e-5d02-4ae8-9f97-bc6d00132c06" providerId="AD" clId="Web-{7C415F71-83F4-113D-DA9F-D6AFF51F148A}" dt="2025-10-07T09:57:19.548" v="441" actId="20577"/>
        <pc:sldMkLst>
          <pc:docMk/>
          <pc:sldMk cId="1514593786" sldId="260"/>
        </pc:sldMkLst>
        <pc:spChg chg="mod">
          <ac:chgData name="Kaan Gögcay" userId="S::kaan.gogcay@hva.nl::ebb1363e-5d02-4ae8-9f97-bc6d00132c06" providerId="AD" clId="Web-{7C415F71-83F4-113D-DA9F-D6AFF51F148A}" dt="2025-10-07T09:52:47.762" v="374" actId="20577"/>
          <ac:spMkLst>
            <pc:docMk/>
            <pc:sldMk cId="1514593786" sldId="260"/>
            <ac:spMk id="2" creationId="{A5181A4E-DCAE-B933-C35A-FA4722107277}"/>
          </ac:spMkLst>
        </pc:spChg>
        <pc:spChg chg="mod">
          <ac:chgData name="Kaan Gögcay" userId="S::kaan.gogcay@hva.nl::ebb1363e-5d02-4ae8-9f97-bc6d00132c06" providerId="AD" clId="Web-{7C415F71-83F4-113D-DA9F-D6AFF51F148A}" dt="2025-10-07T09:57:19.548" v="441" actId="20577"/>
          <ac:spMkLst>
            <pc:docMk/>
            <pc:sldMk cId="1514593786" sldId="260"/>
            <ac:spMk id="3" creationId="{F551C55B-728B-E224-AEA2-790845FED92B}"/>
          </ac:spMkLst>
        </pc:spChg>
      </pc:sldChg>
      <pc:sldChg chg="modSp new">
        <pc:chgData name="Kaan Gögcay" userId="S::kaan.gogcay@hva.nl::ebb1363e-5d02-4ae8-9f97-bc6d00132c06" providerId="AD" clId="Web-{7C415F71-83F4-113D-DA9F-D6AFF51F148A}" dt="2025-10-07T10:20:05.071" v="528" actId="20577"/>
        <pc:sldMkLst>
          <pc:docMk/>
          <pc:sldMk cId="3053731992" sldId="261"/>
        </pc:sldMkLst>
        <pc:spChg chg="mod">
          <ac:chgData name="Kaan Gögcay" userId="S::kaan.gogcay@hva.nl::ebb1363e-5d02-4ae8-9f97-bc6d00132c06" providerId="AD" clId="Web-{7C415F71-83F4-113D-DA9F-D6AFF51F148A}" dt="2025-10-07T09:59:28.018" v="454" actId="20577"/>
          <ac:spMkLst>
            <pc:docMk/>
            <pc:sldMk cId="3053731992" sldId="261"/>
            <ac:spMk id="2" creationId="{827BD0A6-C4A7-1B9A-BCD5-FA6ECB3FA442}"/>
          </ac:spMkLst>
        </pc:spChg>
        <pc:spChg chg="mod">
          <ac:chgData name="Kaan Gögcay" userId="S::kaan.gogcay@hva.nl::ebb1363e-5d02-4ae8-9f97-bc6d00132c06" providerId="AD" clId="Web-{7C415F71-83F4-113D-DA9F-D6AFF51F148A}" dt="2025-10-07T10:20:05.071" v="528" actId="20577"/>
          <ac:spMkLst>
            <pc:docMk/>
            <pc:sldMk cId="3053731992" sldId="261"/>
            <ac:spMk id="3" creationId="{C5EC7782-8ABF-A5E3-EE0E-7C5829042102}"/>
          </ac:spMkLst>
        </pc:spChg>
      </pc:sldChg>
      <pc:sldChg chg="modSp new">
        <pc:chgData name="Kaan Gögcay" userId="S::kaan.gogcay@hva.nl::ebb1363e-5d02-4ae8-9f97-bc6d00132c06" providerId="AD" clId="Web-{7C415F71-83F4-113D-DA9F-D6AFF51F148A}" dt="2025-10-07T10:17:20.500" v="503" actId="20577"/>
        <pc:sldMkLst>
          <pc:docMk/>
          <pc:sldMk cId="3634117859" sldId="262"/>
        </pc:sldMkLst>
        <pc:spChg chg="mod">
          <ac:chgData name="Kaan Gögcay" userId="S::kaan.gogcay@hva.nl::ebb1363e-5d02-4ae8-9f97-bc6d00132c06" providerId="AD" clId="Web-{7C415F71-83F4-113D-DA9F-D6AFF51F148A}" dt="2025-10-07T10:16:55.233" v="496" actId="20577"/>
          <ac:spMkLst>
            <pc:docMk/>
            <pc:sldMk cId="3634117859" sldId="262"/>
            <ac:spMk id="2" creationId="{966FFDF8-85AB-D8AA-47DE-32B3495FC69D}"/>
          </ac:spMkLst>
        </pc:spChg>
        <pc:spChg chg="mod">
          <ac:chgData name="Kaan Gögcay" userId="S::kaan.gogcay@hva.nl::ebb1363e-5d02-4ae8-9f97-bc6d00132c06" providerId="AD" clId="Web-{7C415F71-83F4-113D-DA9F-D6AFF51F148A}" dt="2025-10-07T10:17:20.500" v="503" actId="20577"/>
          <ac:spMkLst>
            <pc:docMk/>
            <pc:sldMk cId="3634117859" sldId="262"/>
            <ac:spMk id="3" creationId="{1C3B9091-ABF7-0772-06CA-508A7D9820BB}"/>
          </ac:spMkLst>
        </pc:spChg>
      </pc:sldChg>
      <pc:sldMasterChg chg="add addSldLayout">
        <pc:chgData name="Kaan Gögcay" userId="S::kaan.gogcay@hva.nl::ebb1363e-5d02-4ae8-9f97-bc6d00132c06" providerId="AD" clId="Web-{7C415F71-83F4-113D-DA9F-D6AFF51F148A}" dt="2025-10-07T09:05:36.442" v="29"/>
        <pc:sldMasterMkLst>
          <pc:docMk/>
          <pc:sldMasterMk cId="2596229403" sldId="2147483735"/>
        </pc:sldMasterMkLst>
        <pc:sldLayoutChg chg="add">
          <pc:chgData name="Kaan Gögcay" userId="S::kaan.gogcay@hva.nl::ebb1363e-5d02-4ae8-9f97-bc6d00132c06" providerId="AD" clId="Web-{7C415F71-83F4-113D-DA9F-D6AFF51F148A}" dt="2025-10-07T09:05:36.442" v="29"/>
          <pc:sldLayoutMkLst>
            <pc:docMk/>
            <pc:sldMasterMk cId="2596229403" sldId="2147483735"/>
            <pc:sldLayoutMk cId="260873466" sldId="2147483724"/>
          </pc:sldLayoutMkLst>
        </pc:sldLayoutChg>
        <pc:sldLayoutChg chg="add">
          <pc:chgData name="Kaan Gögcay" userId="S::kaan.gogcay@hva.nl::ebb1363e-5d02-4ae8-9f97-bc6d00132c06" providerId="AD" clId="Web-{7C415F71-83F4-113D-DA9F-D6AFF51F148A}" dt="2025-10-07T09:05:36.442" v="29"/>
          <pc:sldLayoutMkLst>
            <pc:docMk/>
            <pc:sldMasterMk cId="2596229403" sldId="2147483735"/>
            <pc:sldLayoutMk cId="1971612068" sldId="2147483725"/>
          </pc:sldLayoutMkLst>
        </pc:sldLayoutChg>
        <pc:sldLayoutChg chg="add">
          <pc:chgData name="Kaan Gögcay" userId="S::kaan.gogcay@hva.nl::ebb1363e-5d02-4ae8-9f97-bc6d00132c06" providerId="AD" clId="Web-{7C415F71-83F4-113D-DA9F-D6AFF51F148A}" dt="2025-10-07T09:05:36.442" v="29"/>
          <pc:sldLayoutMkLst>
            <pc:docMk/>
            <pc:sldMasterMk cId="2596229403" sldId="2147483735"/>
            <pc:sldLayoutMk cId="319255110" sldId="2147483726"/>
          </pc:sldLayoutMkLst>
        </pc:sldLayoutChg>
        <pc:sldLayoutChg chg="add">
          <pc:chgData name="Kaan Gögcay" userId="S::kaan.gogcay@hva.nl::ebb1363e-5d02-4ae8-9f97-bc6d00132c06" providerId="AD" clId="Web-{7C415F71-83F4-113D-DA9F-D6AFF51F148A}" dt="2025-10-07T09:05:36.442" v="29"/>
          <pc:sldLayoutMkLst>
            <pc:docMk/>
            <pc:sldMasterMk cId="2596229403" sldId="2147483735"/>
            <pc:sldLayoutMk cId="3065888663" sldId="2147483727"/>
          </pc:sldLayoutMkLst>
        </pc:sldLayoutChg>
        <pc:sldLayoutChg chg="add">
          <pc:chgData name="Kaan Gögcay" userId="S::kaan.gogcay@hva.nl::ebb1363e-5d02-4ae8-9f97-bc6d00132c06" providerId="AD" clId="Web-{7C415F71-83F4-113D-DA9F-D6AFF51F148A}" dt="2025-10-07T09:05:36.442" v="29"/>
          <pc:sldLayoutMkLst>
            <pc:docMk/>
            <pc:sldMasterMk cId="2596229403" sldId="2147483735"/>
            <pc:sldLayoutMk cId="3245536196" sldId="2147483728"/>
          </pc:sldLayoutMkLst>
        </pc:sldLayoutChg>
        <pc:sldLayoutChg chg="add">
          <pc:chgData name="Kaan Gögcay" userId="S::kaan.gogcay@hva.nl::ebb1363e-5d02-4ae8-9f97-bc6d00132c06" providerId="AD" clId="Web-{7C415F71-83F4-113D-DA9F-D6AFF51F148A}" dt="2025-10-07T09:05:36.442" v="29"/>
          <pc:sldLayoutMkLst>
            <pc:docMk/>
            <pc:sldMasterMk cId="2596229403" sldId="2147483735"/>
            <pc:sldLayoutMk cId="2213315741" sldId="2147483729"/>
          </pc:sldLayoutMkLst>
        </pc:sldLayoutChg>
        <pc:sldLayoutChg chg="add">
          <pc:chgData name="Kaan Gögcay" userId="S::kaan.gogcay@hva.nl::ebb1363e-5d02-4ae8-9f97-bc6d00132c06" providerId="AD" clId="Web-{7C415F71-83F4-113D-DA9F-D6AFF51F148A}" dt="2025-10-07T09:05:36.442" v="29"/>
          <pc:sldLayoutMkLst>
            <pc:docMk/>
            <pc:sldMasterMk cId="2596229403" sldId="2147483735"/>
            <pc:sldLayoutMk cId="2908420244" sldId="2147483730"/>
          </pc:sldLayoutMkLst>
        </pc:sldLayoutChg>
        <pc:sldLayoutChg chg="add">
          <pc:chgData name="Kaan Gögcay" userId="S::kaan.gogcay@hva.nl::ebb1363e-5d02-4ae8-9f97-bc6d00132c06" providerId="AD" clId="Web-{7C415F71-83F4-113D-DA9F-D6AFF51F148A}" dt="2025-10-07T09:05:36.442" v="29"/>
          <pc:sldLayoutMkLst>
            <pc:docMk/>
            <pc:sldMasterMk cId="2596229403" sldId="2147483735"/>
            <pc:sldLayoutMk cId="3422852952" sldId="2147483731"/>
          </pc:sldLayoutMkLst>
        </pc:sldLayoutChg>
        <pc:sldLayoutChg chg="add">
          <pc:chgData name="Kaan Gögcay" userId="S::kaan.gogcay@hva.nl::ebb1363e-5d02-4ae8-9f97-bc6d00132c06" providerId="AD" clId="Web-{7C415F71-83F4-113D-DA9F-D6AFF51F148A}" dt="2025-10-07T09:05:36.442" v="29"/>
          <pc:sldLayoutMkLst>
            <pc:docMk/>
            <pc:sldMasterMk cId="2596229403" sldId="2147483735"/>
            <pc:sldLayoutMk cId="780860137" sldId="2147483732"/>
          </pc:sldLayoutMkLst>
        </pc:sldLayoutChg>
        <pc:sldLayoutChg chg="add">
          <pc:chgData name="Kaan Gögcay" userId="S::kaan.gogcay@hva.nl::ebb1363e-5d02-4ae8-9f97-bc6d00132c06" providerId="AD" clId="Web-{7C415F71-83F4-113D-DA9F-D6AFF51F148A}" dt="2025-10-07T09:05:36.442" v="29"/>
          <pc:sldLayoutMkLst>
            <pc:docMk/>
            <pc:sldMasterMk cId="2596229403" sldId="2147483735"/>
            <pc:sldLayoutMk cId="226659389" sldId="2147483733"/>
          </pc:sldLayoutMkLst>
        </pc:sldLayoutChg>
        <pc:sldLayoutChg chg="add">
          <pc:chgData name="Kaan Gögcay" userId="S::kaan.gogcay@hva.nl::ebb1363e-5d02-4ae8-9f97-bc6d00132c06" providerId="AD" clId="Web-{7C415F71-83F4-113D-DA9F-D6AFF51F148A}" dt="2025-10-07T09:05:36.442" v="29"/>
          <pc:sldLayoutMkLst>
            <pc:docMk/>
            <pc:sldMasterMk cId="2596229403" sldId="2147483735"/>
            <pc:sldLayoutMk cId="1951788057" sldId="2147483734"/>
          </pc:sldLayoutMkLst>
        </pc:sldLayoutChg>
      </pc:sldMasterChg>
    </pc:docChg>
  </pc:docChgLst>
  <pc:docChgLst>
    <pc:chgData name="Kaan Gögcay" userId="S::kaan.gogcay@hva.nl::ebb1363e-5d02-4ae8-9f97-bc6d00132c06" providerId="AD" clId="Web-{5BF256F4-A36C-18F5-F268-D56688276C8F}"/>
    <pc:docChg chg="modSld">
      <pc:chgData name="Kaan Gögcay" userId="S::kaan.gogcay@hva.nl::ebb1363e-5d02-4ae8-9f97-bc6d00132c06" providerId="AD" clId="Web-{5BF256F4-A36C-18F5-F268-D56688276C8F}" dt="2025-10-10T07:10:17.861" v="6" actId="20577"/>
      <pc:docMkLst>
        <pc:docMk/>
      </pc:docMkLst>
      <pc:sldChg chg="modSp">
        <pc:chgData name="Kaan Gögcay" userId="S::kaan.gogcay@hva.nl::ebb1363e-5d02-4ae8-9f97-bc6d00132c06" providerId="AD" clId="Web-{5BF256F4-A36C-18F5-F268-D56688276C8F}" dt="2025-10-10T07:09:44.501" v="1" actId="20577"/>
        <pc:sldMkLst>
          <pc:docMk/>
          <pc:sldMk cId="2946253502" sldId="257"/>
        </pc:sldMkLst>
        <pc:spChg chg="mod">
          <ac:chgData name="Kaan Gögcay" userId="S::kaan.gogcay@hva.nl::ebb1363e-5d02-4ae8-9f97-bc6d00132c06" providerId="AD" clId="Web-{5BF256F4-A36C-18F5-F268-D56688276C8F}" dt="2025-10-10T07:09:44.501" v="1" actId="20577"/>
          <ac:spMkLst>
            <pc:docMk/>
            <pc:sldMk cId="2946253502" sldId="257"/>
            <ac:spMk id="3" creationId="{7A0662CC-77DE-25FE-9AFF-13DE7F6E0812}"/>
          </ac:spMkLst>
        </pc:spChg>
      </pc:sldChg>
      <pc:sldChg chg="modSp">
        <pc:chgData name="Kaan Gögcay" userId="S::kaan.gogcay@hva.nl::ebb1363e-5d02-4ae8-9f97-bc6d00132c06" providerId="AD" clId="Web-{5BF256F4-A36C-18F5-F268-D56688276C8F}" dt="2025-10-10T07:10:17.861" v="6" actId="20577"/>
        <pc:sldMkLst>
          <pc:docMk/>
          <pc:sldMk cId="3053731992" sldId="261"/>
        </pc:sldMkLst>
        <pc:spChg chg="mod">
          <ac:chgData name="Kaan Gögcay" userId="S::kaan.gogcay@hva.nl::ebb1363e-5d02-4ae8-9f97-bc6d00132c06" providerId="AD" clId="Web-{5BF256F4-A36C-18F5-F268-D56688276C8F}" dt="2025-10-10T07:10:17.861" v="6" actId="20577"/>
          <ac:spMkLst>
            <pc:docMk/>
            <pc:sldMk cId="3053731992" sldId="261"/>
            <ac:spMk id="3" creationId="{C5EC7782-8ABF-A5E3-EE0E-7C582904210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42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852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60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59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88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36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3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1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5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88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31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10/10/2025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22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28" r:id="rId6"/>
    <p:sldLayoutId id="2147483724" r:id="rId7"/>
    <p:sldLayoutId id="2147483725" r:id="rId8"/>
    <p:sldLayoutId id="2147483726" r:id="rId9"/>
    <p:sldLayoutId id="2147483727" r:id="rId10"/>
    <p:sldLayoutId id="214748372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BB1185-FFF3-8A9E-77BF-6EF2F5329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  <a:endParaRPr lang="nl-NL" dirty="0">
              <a:solidFill>
                <a:srgbClr val="000000"/>
              </a:solidFill>
            </a:endParaRP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A0662CC-77DE-25FE-9AFF-13DE7F6E0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,Sans-Serif" panose="05000000000000000000" pitchFamily="2" charset="2"/>
              <a:buChar char="•"/>
            </a:pPr>
            <a:r>
              <a:rPr lang="en-US" sz="2400"/>
              <a:t>Research question</a:t>
            </a:r>
          </a:p>
          <a:p>
            <a:pPr marL="342900" indent="-342900">
              <a:buClr>
                <a:srgbClr val="8D87A6"/>
              </a:buClr>
              <a:buFont typeface="Arial,Sans-Serif" panose="05000000000000000000" pitchFamily="2" charset="2"/>
              <a:buChar char="•"/>
            </a:pPr>
            <a:r>
              <a:rPr lang="en-US" sz="2400" dirty="0"/>
              <a:t>Proposed methods</a:t>
            </a:r>
            <a:endParaRPr lang="en-US" sz="2400" dirty="0">
              <a:solidFill>
                <a:srgbClr val="2A2735"/>
              </a:solidFill>
            </a:endParaRPr>
          </a:p>
          <a:p>
            <a:pPr marL="342900" indent="-342900">
              <a:buClr>
                <a:srgbClr val="8D87A6"/>
              </a:buClr>
              <a:buFont typeface="Arial,Sans-Serif" panose="05000000000000000000" pitchFamily="2" charset="2"/>
              <a:buChar char="•"/>
            </a:pPr>
            <a:r>
              <a:rPr lang="en-US" sz="2400" dirty="0"/>
              <a:t>Expected problems</a:t>
            </a:r>
            <a:endParaRPr lang="nl-NL" sz="2400" dirty="0">
              <a:solidFill>
                <a:srgbClr val="000000"/>
              </a:solidFill>
            </a:endParaRPr>
          </a:p>
          <a:p>
            <a:pPr marL="342900" indent="-342900">
              <a:buClr>
                <a:srgbClr val="8D87A6"/>
              </a:buClr>
              <a:buFont typeface="Arial,Sans-Serif" panose="05000000000000000000" pitchFamily="2" charset="2"/>
              <a:buChar char="•"/>
            </a:pPr>
            <a:r>
              <a:rPr lang="en-US" sz="2400" dirty="0"/>
              <a:t>Expected results</a:t>
            </a:r>
            <a:endParaRPr lang="nl-NL" sz="2400" dirty="0">
              <a:solidFill>
                <a:srgbClr val="000000"/>
              </a:solidFill>
            </a:endParaRPr>
          </a:p>
          <a:p>
            <a:pPr marL="342900" indent="-342900">
              <a:buClr>
                <a:srgbClr val="8D87A6"/>
              </a:buClr>
              <a:buFont typeface="Arial,Sans-Serif" panose="05000000000000000000" pitchFamily="2" charset="2"/>
              <a:buChar char="•"/>
            </a:pPr>
            <a:r>
              <a:rPr lang="en-US" sz="2400" dirty="0"/>
              <a:t>Expected discussion points</a:t>
            </a:r>
            <a:endParaRPr lang="nl-NL" sz="2400" dirty="0">
              <a:solidFill>
                <a:srgbClr val="000000"/>
              </a:solidFill>
            </a:endParaRPr>
          </a:p>
          <a:p>
            <a:pPr>
              <a:buClr>
                <a:srgbClr val="8D87A6"/>
              </a:buClr>
              <a:buFont typeface="Wingdings,Sans-Serif" panose="05000000000000000000" pitchFamily="2" charset="2"/>
            </a:pPr>
            <a:endParaRPr lang="en-US" sz="2400" dirty="0">
              <a:solidFill>
                <a:srgbClr val="000000"/>
              </a:solidFill>
            </a:endParaRPr>
          </a:p>
          <a:p>
            <a:pPr>
              <a:buClr>
                <a:srgbClr val="8D87A6"/>
              </a:buClr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4625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3E530A-8D7D-CFA2-4FFE-B0302B34C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Research Question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5442A25-ED8A-53D6-7F41-3BBF98F1B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>
                <a:ea typeface="+mn-lt"/>
                <a:cs typeface="+mn-lt"/>
              </a:rPr>
              <a:t>How </a:t>
            </a:r>
            <a:r>
              <a:rPr lang="nl-NL" err="1">
                <a:ea typeface="+mn-lt"/>
                <a:cs typeface="+mn-lt"/>
              </a:rPr>
              <a:t>to</a:t>
            </a:r>
            <a:r>
              <a:rPr lang="nl-NL" dirty="0">
                <a:ea typeface="+mn-lt"/>
                <a:cs typeface="+mn-lt"/>
              </a:rPr>
              <a:t> </a:t>
            </a:r>
            <a:r>
              <a:rPr lang="nl-NL" err="1">
                <a:ea typeface="+mn-lt"/>
                <a:cs typeface="+mn-lt"/>
              </a:rPr>
              <a:t>quantify</a:t>
            </a:r>
            <a:r>
              <a:rPr lang="nl-NL" dirty="0">
                <a:ea typeface="+mn-lt"/>
                <a:cs typeface="+mn-lt"/>
              </a:rPr>
              <a:t> gender bias in MORPH2, </a:t>
            </a:r>
            <a:r>
              <a:rPr lang="nl-NL" err="1">
                <a:ea typeface="+mn-lt"/>
                <a:cs typeface="+mn-lt"/>
              </a:rPr>
              <a:t>and</a:t>
            </a:r>
            <a:r>
              <a:rPr lang="nl-NL" dirty="0">
                <a:ea typeface="+mn-lt"/>
                <a:cs typeface="+mn-lt"/>
              </a:rPr>
              <a:t> </a:t>
            </a:r>
            <a:r>
              <a:rPr lang="nl-NL" err="1">
                <a:ea typeface="+mn-lt"/>
                <a:cs typeface="+mn-lt"/>
              </a:rPr>
              <a:t>which</a:t>
            </a:r>
            <a:r>
              <a:rPr lang="nl-NL" dirty="0">
                <a:ea typeface="+mn-lt"/>
                <a:cs typeface="+mn-lt"/>
              </a:rPr>
              <a:t> </a:t>
            </a:r>
            <a:r>
              <a:rPr lang="nl-NL" err="1">
                <a:ea typeface="+mn-lt"/>
                <a:cs typeface="+mn-lt"/>
              </a:rPr>
              <a:t>techniques</a:t>
            </a:r>
            <a:r>
              <a:rPr lang="nl-NL" dirty="0">
                <a:ea typeface="+mn-lt"/>
                <a:cs typeface="+mn-lt"/>
              </a:rPr>
              <a:t> </a:t>
            </a:r>
            <a:r>
              <a:rPr lang="nl-NL" err="1">
                <a:ea typeface="+mn-lt"/>
                <a:cs typeface="+mn-lt"/>
              </a:rPr>
              <a:t>can</a:t>
            </a:r>
            <a:r>
              <a:rPr lang="nl-NL" dirty="0">
                <a:ea typeface="+mn-lt"/>
                <a:cs typeface="+mn-lt"/>
              </a:rPr>
              <a:t> </a:t>
            </a:r>
            <a:r>
              <a:rPr lang="nl-NL" err="1">
                <a:ea typeface="+mn-lt"/>
                <a:cs typeface="+mn-lt"/>
              </a:rPr>
              <a:t>be</a:t>
            </a:r>
            <a:r>
              <a:rPr lang="nl-NL" dirty="0">
                <a:ea typeface="+mn-lt"/>
                <a:cs typeface="+mn-lt"/>
              </a:rPr>
              <a:t> </a:t>
            </a:r>
            <a:r>
              <a:rPr lang="nl-NL" err="1">
                <a:ea typeface="+mn-lt"/>
                <a:cs typeface="+mn-lt"/>
              </a:rPr>
              <a:t>used</a:t>
            </a:r>
            <a:r>
              <a:rPr lang="nl-NL" dirty="0">
                <a:ea typeface="+mn-lt"/>
                <a:cs typeface="+mn-lt"/>
              </a:rPr>
              <a:t> </a:t>
            </a:r>
            <a:r>
              <a:rPr lang="nl-NL" err="1">
                <a:ea typeface="+mn-lt"/>
                <a:cs typeface="+mn-lt"/>
              </a:rPr>
              <a:t>to</a:t>
            </a:r>
            <a:r>
              <a:rPr lang="nl-NL" dirty="0">
                <a:ea typeface="+mn-lt"/>
                <a:cs typeface="+mn-lt"/>
              </a:rPr>
              <a:t> </a:t>
            </a:r>
            <a:r>
              <a:rPr lang="nl-NL" err="1">
                <a:ea typeface="+mn-lt"/>
                <a:cs typeface="+mn-lt"/>
              </a:rPr>
              <a:t>mitigate</a:t>
            </a:r>
            <a:r>
              <a:rPr lang="nl-NL" dirty="0">
                <a:ea typeface="+mn-lt"/>
                <a:cs typeface="+mn-lt"/>
              </a:rPr>
              <a:t> </a:t>
            </a:r>
            <a:r>
              <a:rPr lang="nl-NL" err="1">
                <a:ea typeface="+mn-lt"/>
                <a:cs typeface="+mn-lt"/>
              </a:rPr>
              <a:t>potential</a:t>
            </a:r>
            <a:r>
              <a:rPr lang="nl-NL" dirty="0">
                <a:ea typeface="+mn-lt"/>
                <a:cs typeface="+mn-lt"/>
              </a:rPr>
              <a:t> bias </a:t>
            </a:r>
            <a:r>
              <a:rPr lang="nl-NL" err="1">
                <a:ea typeface="+mn-lt"/>
                <a:cs typeface="+mn-lt"/>
              </a:rPr>
              <a:t>generated</a:t>
            </a:r>
            <a:r>
              <a:rPr lang="nl-NL" dirty="0">
                <a:ea typeface="+mn-lt"/>
                <a:cs typeface="+mn-lt"/>
              </a:rPr>
              <a:t> </a:t>
            </a:r>
            <a:r>
              <a:rPr lang="nl-NL" err="1">
                <a:ea typeface="+mn-lt"/>
                <a:cs typeface="+mn-lt"/>
              </a:rPr>
              <a:t>by</a:t>
            </a:r>
            <a:r>
              <a:rPr lang="nl-NL" dirty="0">
                <a:ea typeface="+mn-lt"/>
                <a:cs typeface="+mn-lt"/>
              </a:rPr>
              <a:t> data</a:t>
            </a:r>
          </a:p>
          <a:p>
            <a:pPr lvl="1">
              <a:buClr>
                <a:srgbClr val="8D87A6"/>
              </a:buClr>
              <a:buFont typeface="Courier New" panose="05000000000000000000" pitchFamily="2" charset="2"/>
              <a:buChar char="o"/>
            </a:pPr>
            <a:r>
              <a:rPr lang="nl-NL" dirty="0">
                <a:ea typeface="+mn-lt"/>
                <a:cs typeface="+mn-lt"/>
              </a:rPr>
              <a:t>How </a:t>
            </a:r>
            <a:r>
              <a:rPr lang="nl-NL" dirty="0" err="1">
                <a:ea typeface="+mn-lt"/>
                <a:cs typeface="+mn-lt"/>
              </a:rPr>
              <a:t>can</a:t>
            </a:r>
            <a:r>
              <a:rPr lang="nl-NL" dirty="0">
                <a:ea typeface="+mn-lt"/>
                <a:cs typeface="+mn-lt"/>
              </a:rPr>
              <a:t> gender bias </a:t>
            </a:r>
            <a:r>
              <a:rPr lang="nl-NL" dirty="0" err="1">
                <a:ea typeface="+mn-lt"/>
                <a:cs typeface="+mn-lt"/>
              </a:rPr>
              <a:t>be</a:t>
            </a:r>
            <a:r>
              <a:rPr lang="nl-NL" dirty="0">
                <a:ea typeface="+mn-lt"/>
                <a:cs typeface="+mn-lt"/>
              </a:rPr>
              <a:t> </a:t>
            </a:r>
            <a:r>
              <a:rPr lang="nl-NL" dirty="0" err="1">
                <a:ea typeface="+mn-lt"/>
                <a:cs typeface="+mn-lt"/>
              </a:rPr>
              <a:t>measured</a:t>
            </a:r>
            <a:r>
              <a:rPr lang="nl-NL" dirty="0">
                <a:ea typeface="+mn-lt"/>
                <a:cs typeface="+mn-lt"/>
              </a:rPr>
              <a:t> in </a:t>
            </a:r>
            <a:r>
              <a:rPr lang="nl-NL" dirty="0" err="1">
                <a:ea typeface="+mn-lt"/>
                <a:cs typeface="+mn-lt"/>
              </a:rPr>
              <a:t>the</a:t>
            </a:r>
            <a:r>
              <a:rPr lang="nl-NL" dirty="0">
                <a:ea typeface="+mn-lt"/>
                <a:cs typeface="+mn-lt"/>
              </a:rPr>
              <a:t> MORPH2 dataset?</a:t>
            </a:r>
          </a:p>
          <a:p>
            <a:pPr lvl="1">
              <a:buClr>
                <a:srgbClr val="8D87A6"/>
              </a:buClr>
              <a:buFont typeface="Courier New" panose="05000000000000000000" pitchFamily="2" charset="2"/>
              <a:buChar char="o"/>
            </a:pPr>
            <a:r>
              <a:rPr lang="nl-NL" dirty="0"/>
              <a:t>How </a:t>
            </a:r>
            <a:r>
              <a:rPr lang="nl-NL" dirty="0" err="1"/>
              <a:t>can</a:t>
            </a:r>
            <a:r>
              <a:rPr lang="nl-NL" dirty="0"/>
              <a:t> bias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mitigated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MORPH2 dataset?</a:t>
            </a:r>
          </a:p>
        </p:txBody>
      </p:sp>
    </p:spTree>
    <p:extLst>
      <p:ext uri="{BB962C8B-B14F-4D97-AF65-F5344CB8AC3E}">
        <p14:creationId xmlns:p14="http://schemas.microsoft.com/office/powerpoint/2010/main" val="820286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19262F-7CBA-C4C5-4E39-354A5ED31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Proposed</a:t>
            </a:r>
            <a:r>
              <a:rPr lang="nl-NL" dirty="0"/>
              <a:t> </a:t>
            </a:r>
            <a:r>
              <a:rPr lang="nl-NL" dirty="0" err="1"/>
              <a:t>method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CF809E3-3FEF-5898-C017-FB4B9C9DC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,monospace" panose="05000000000000000000" pitchFamily="2" charset="2"/>
              <a:buChar char="o"/>
            </a:pPr>
            <a:r>
              <a:rPr lang="nl-NL" dirty="0"/>
              <a:t>How </a:t>
            </a:r>
            <a:r>
              <a:rPr lang="nl-NL" dirty="0" err="1"/>
              <a:t>can</a:t>
            </a:r>
            <a:r>
              <a:rPr lang="nl-NL" dirty="0"/>
              <a:t> gender bias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measured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MORPH2 dataset?</a:t>
            </a:r>
            <a:endParaRPr lang="en-US" dirty="0">
              <a:solidFill>
                <a:srgbClr val="000000"/>
              </a:solidFill>
            </a:endParaRPr>
          </a:p>
          <a:p>
            <a:pPr lvl="2">
              <a:buClr>
                <a:srgbClr val="8D87A6"/>
              </a:buClr>
            </a:pPr>
            <a:r>
              <a:rPr lang="nl-NL" dirty="0"/>
              <a:t>EDA</a:t>
            </a:r>
          </a:p>
          <a:p>
            <a:pPr lvl="2">
              <a:buClr>
                <a:srgbClr val="8D87A6"/>
              </a:buClr>
            </a:pPr>
            <a:r>
              <a:rPr lang="nl-NL" dirty="0" err="1"/>
              <a:t>Modelling</a:t>
            </a:r>
          </a:p>
          <a:p>
            <a:pPr lvl="2">
              <a:buClr>
                <a:srgbClr val="8D87A6"/>
              </a:buClr>
            </a:pPr>
            <a:r>
              <a:rPr lang="nl-NL" dirty="0" err="1"/>
              <a:t>Evaluating</a:t>
            </a:r>
          </a:p>
          <a:p>
            <a:pPr lvl="1">
              <a:buClr>
                <a:srgbClr val="8D87A6"/>
              </a:buClr>
              <a:buFont typeface="Courier New,monospace" panose="05000000000000000000" pitchFamily="2" charset="2"/>
              <a:buChar char="o"/>
            </a:pPr>
            <a:r>
              <a:rPr lang="nl-NL" dirty="0"/>
              <a:t>How </a:t>
            </a:r>
            <a:r>
              <a:rPr lang="nl-NL" dirty="0" err="1"/>
              <a:t>can</a:t>
            </a:r>
            <a:r>
              <a:rPr lang="nl-NL" dirty="0"/>
              <a:t> gender bias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mitigated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MORPH2 dataset?</a:t>
            </a:r>
          </a:p>
          <a:p>
            <a:pPr lvl="2">
              <a:buClr>
                <a:srgbClr val="8D87A6"/>
              </a:buClr>
            </a:pPr>
            <a:r>
              <a:rPr lang="nl-NL" dirty="0"/>
              <a:t>Explorer common </a:t>
            </a:r>
            <a:r>
              <a:rPr lang="nl-NL" dirty="0" err="1"/>
              <a:t>mitigation</a:t>
            </a:r>
            <a:r>
              <a:rPr lang="nl-NL" dirty="0"/>
              <a:t> </a:t>
            </a:r>
            <a:r>
              <a:rPr lang="nl-NL" dirty="0" err="1"/>
              <a:t>techniques</a:t>
            </a:r>
          </a:p>
          <a:p>
            <a:pPr lvl="2">
              <a:buClr>
                <a:srgbClr val="8D87A6"/>
              </a:buClr>
            </a:pPr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fits </a:t>
            </a:r>
            <a:r>
              <a:rPr lang="nl-NL" dirty="0" err="1"/>
              <a:t>my</a:t>
            </a:r>
            <a:r>
              <a:rPr lang="nl-NL" dirty="0"/>
              <a:t> </a:t>
            </a:r>
            <a:r>
              <a:rPr lang="nl-NL" dirty="0" err="1"/>
              <a:t>needs</a:t>
            </a:r>
          </a:p>
          <a:p>
            <a:pPr lvl="2">
              <a:buClr>
                <a:srgbClr val="8D87A6"/>
              </a:buClr>
            </a:pPr>
            <a:r>
              <a:rPr lang="nl-NL" dirty="0" err="1"/>
              <a:t>Modelling</a:t>
            </a:r>
          </a:p>
          <a:p>
            <a:pPr lvl="2">
              <a:buClr>
                <a:srgbClr val="8D87A6"/>
              </a:buClr>
            </a:pPr>
            <a:r>
              <a:rPr lang="nl-NL" dirty="0" err="1"/>
              <a:t>Evaluating</a:t>
            </a:r>
          </a:p>
          <a:p>
            <a:pPr lvl="2">
              <a:buClr>
                <a:srgbClr val="8D87A6"/>
              </a:buClr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28656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6FFDF8-85AB-D8AA-47DE-32B3495F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Expected</a:t>
            </a:r>
            <a:r>
              <a:rPr lang="nl-NL" dirty="0"/>
              <a:t> </a:t>
            </a:r>
            <a:r>
              <a:rPr lang="nl-NL" dirty="0" err="1"/>
              <a:t>Problems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C3B9091-ABF7-0772-06CA-508A7D982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/>
              <a:t>I </a:t>
            </a:r>
            <a:r>
              <a:rPr lang="nl-NL" dirty="0" err="1"/>
              <a:t>don't</a:t>
            </a:r>
            <a:r>
              <a:rPr lang="nl-NL" dirty="0"/>
              <a:t> </a:t>
            </a:r>
            <a:r>
              <a:rPr lang="nl-NL" dirty="0" err="1"/>
              <a:t>know</a:t>
            </a:r>
          </a:p>
        </p:txBody>
      </p:sp>
    </p:spTree>
    <p:extLst>
      <p:ext uri="{BB962C8B-B14F-4D97-AF65-F5344CB8AC3E}">
        <p14:creationId xmlns:p14="http://schemas.microsoft.com/office/powerpoint/2010/main" val="3634117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181A4E-DCAE-B933-C35A-FA4722107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Expected</a:t>
            </a:r>
            <a:r>
              <a:rPr lang="nl-NL" dirty="0"/>
              <a:t> </a:t>
            </a:r>
            <a:r>
              <a:rPr lang="nl-NL" dirty="0" err="1"/>
              <a:t>Results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551C55B-728B-E224-AEA2-790845FED9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err="1"/>
              <a:t>Good</a:t>
            </a:r>
            <a:r>
              <a:rPr lang="nl-NL" dirty="0"/>
              <a:t> </a:t>
            </a:r>
            <a:r>
              <a:rPr lang="nl-NL" err="1"/>
              <a:t>mitigation</a:t>
            </a:r>
            <a:r>
              <a:rPr lang="nl-NL" dirty="0"/>
              <a:t> </a:t>
            </a:r>
            <a:r>
              <a:rPr lang="nl-NL" err="1"/>
              <a:t>technique</a:t>
            </a:r>
            <a:endParaRPr lang="nl-NL"/>
          </a:p>
          <a:p>
            <a:pPr>
              <a:buClr>
                <a:srgbClr val="8D87A6"/>
              </a:buClr>
            </a:pPr>
            <a:r>
              <a:rPr lang="nl-NL" dirty="0" err="1"/>
              <a:t>Better</a:t>
            </a:r>
            <a:r>
              <a:rPr lang="nl-NL" dirty="0"/>
              <a:t> </a:t>
            </a:r>
            <a:r>
              <a:rPr lang="nl-NL" dirty="0" err="1"/>
              <a:t>Results</a:t>
            </a:r>
            <a:r>
              <a:rPr lang="nl-NL" dirty="0"/>
              <a:t> </a:t>
            </a:r>
            <a:r>
              <a:rPr lang="nl-NL" dirty="0" err="1"/>
              <a:t>after</a:t>
            </a:r>
            <a:r>
              <a:rPr lang="nl-NL" dirty="0"/>
              <a:t> </a:t>
            </a:r>
            <a:r>
              <a:rPr lang="nl-NL" dirty="0" err="1"/>
              <a:t>mitigation</a:t>
            </a:r>
            <a:r>
              <a:rPr lang="nl-NL" dirty="0"/>
              <a:t> </a:t>
            </a:r>
            <a:r>
              <a:rPr lang="nl-NL" dirty="0" err="1"/>
              <a:t>techniques</a:t>
            </a:r>
          </a:p>
        </p:txBody>
      </p:sp>
    </p:spTree>
    <p:extLst>
      <p:ext uri="{BB962C8B-B14F-4D97-AF65-F5344CB8AC3E}">
        <p14:creationId xmlns:p14="http://schemas.microsoft.com/office/powerpoint/2010/main" val="1514593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BD0A6-C4A7-1B9A-BCD5-FA6ECB3FA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Expected</a:t>
            </a:r>
            <a:r>
              <a:rPr lang="nl-NL" dirty="0"/>
              <a:t> </a:t>
            </a:r>
            <a:r>
              <a:rPr lang="nl-NL" dirty="0" err="1"/>
              <a:t>Discussion</a:t>
            </a:r>
            <a:r>
              <a:rPr lang="nl-NL" dirty="0"/>
              <a:t> Points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5EC7782-8ABF-A5E3-EE0E-7C5829042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 dirty="0" err="1"/>
              <a:t>Used</a:t>
            </a:r>
            <a:r>
              <a:rPr lang="nl-NL" dirty="0"/>
              <a:t> Model Types</a:t>
            </a:r>
          </a:p>
          <a:p>
            <a:pPr>
              <a:buClr>
                <a:srgbClr val="8D87A6"/>
              </a:buClr>
            </a:pPr>
            <a:r>
              <a:rPr lang="nl-NL" err="1"/>
              <a:t>Used</a:t>
            </a:r>
            <a:r>
              <a:rPr lang="nl-NL" dirty="0"/>
              <a:t> Evaluation </a:t>
            </a:r>
            <a:r>
              <a:rPr lang="nl-NL" err="1"/>
              <a:t>Metrics</a:t>
            </a:r>
            <a:endParaRPr lang="nl-NL" dirty="0"/>
          </a:p>
          <a:p>
            <a:pPr>
              <a:buClr>
                <a:srgbClr val="8D87A6"/>
              </a:buClr>
            </a:pPr>
            <a:r>
              <a:rPr lang="nl-NL" dirty="0" err="1"/>
              <a:t>When</a:t>
            </a:r>
            <a:r>
              <a:rPr lang="nl-NL" dirty="0"/>
              <a:t> is </a:t>
            </a:r>
            <a:r>
              <a:rPr lang="nl-NL" dirty="0" err="1"/>
              <a:t>it</a:t>
            </a:r>
            <a:r>
              <a:rPr lang="nl-NL" dirty="0"/>
              <a:t> "</a:t>
            </a:r>
            <a:r>
              <a:rPr lang="nl-NL" dirty="0" err="1"/>
              <a:t>better</a:t>
            </a:r>
            <a:r>
              <a:rPr lang="nl-NL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053731992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Breedbeeld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7" baseType="lpstr">
      <vt:lpstr>CosineVTI</vt:lpstr>
      <vt:lpstr>Content</vt:lpstr>
      <vt:lpstr>Research Question</vt:lpstr>
      <vt:lpstr>Proposed method</vt:lpstr>
      <vt:lpstr>Expected Problems</vt:lpstr>
      <vt:lpstr>Expected Results</vt:lpstr>
      <vt:lpstr>Expected Discussion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111</cp:revision>
  <dcterms:created xsi:type="dcterms:W3CDTF">2025-10-07T09:02:34Z</dcterms:created>
  <dcterms:modified xsi:type="dcterms:W3CDTF">2025-10-10T07:10:23Z</dcterms:modified>
</cp:coreProperties>
</file>